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45720" cy="25603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写作体例与论文大纲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写作体例 · 章节结构 · 进度安排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论文大纲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645920" cy="320040"/>
          </a:xfrm>
          <a:prstGeom prst="rect">
            <a:avLst/>
          </a:prstGeom>
          <a:solidFill>
            <a:srgbClr val="0056A0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6949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写作体例：案例分析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0056A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252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43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绪论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170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 / 研究意义 / 研究内容与方法 / 研究框架与创新点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65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156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理论基础与文献综述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轻资产运营理论 / REITs金融功能 / 战略转型视角 / 文献综述与评述 / 战略管理分析工具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156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研究问题与假设 / 案例选择 / 分析框架构建 / 数据来源与收集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1455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063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156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华润案例深度分析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3090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转型历程 / 万象生活商管平台 / 华润商业REIT发行 / 财务效应 / 运营效应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85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第五章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" y="3886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凯德案例验证分析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0" y="3730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REITs版图 / 资本闭环模式 / 财务效应 / 跨案例比较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425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156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第六章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1560" y="4526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研究结论与建议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0" y="4370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主要研究发现 / 理论贡献 / 实践启示 / 研究局限与展望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" y="489204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六章结构，“绪论→理论→设计→主案例→验证案例→结论”逻辑递进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进度安排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680960" cy="0"/>
          </a:xfrm>
          <a:prstGeom prst="line">
            <a:avLst/>
          </a:prstGeom>
          <a:noFill/>
          <a:ln w="25400">
            <a:solidFill>
              <a:srgbClr val="005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615184"/>
            <a:ext cx="256032" cy="256032"/>
          </a:xfrm>
          <a:prstGeom prst="ellipse">
            <a:avLst/>
          </a:prstGeom>
          <a:solidFill>
            <a:srgbClr val="0056A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2026.05→2026.07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文献调研与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理论框架构建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2615184"/>
            <a:ext cx="256032" cy="256032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2026.08→2026.09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2880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案例资料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收集与整理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2615184"/>
            <a:ext cx="256032" cy="25603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2026.10→2026.11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7180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华润案例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深度分析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61518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2026.11→2026.12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凯德案例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验证分析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261518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2027.01→2027.02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25780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论文初稿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撰写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2615184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2027.02→2027.03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论文修改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0" y="2615184"/>
            <a:ext cx="256032" cy="256032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2027.03→2027.04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43800" y="2971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定稿与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总周期：2026年5月—2027年4月，共12个月。文献→资料→案例→初稿→修改→定稿，六阶段推进。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 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本研究以REITs为切入点，以华润置地/万象生活（主案例）、凯德集团（验证案例）和苏宁易购（反面案例）为研究对象，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系统回答“REITs如何驱动商业地产企业实现轻资产转型”这一核心问题。</a:t>
            </a:r>
            <a:endParaRPr lang="en-US" sz="NaN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36576" cy="68580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47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选题逻辑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9476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PEST分析揭示四重驱动力→行业数据呈现结构性危机→REITs政策打开转型窗口→三个研究问题指向核心命题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51760"/>
            <a:ext cx="36576" cy="6858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24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79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理论基础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7249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三大理论支柱（RBV/核心能力/商业模式）→两个战略视角（动态能力/八步变革）→八项分析工具→三个文献缺口→明确定位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36576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02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研究方案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50215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五个子问题+五个假设→三案例正反验证设计→三层框架+五阶段路径+五维度穿透+假设检验框架→公开数据+四种方法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206240"/>
            <a:ext cx="36576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论文大纲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42793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六章结构——绪论→理论→设计→华润分析→凯德验证→结论——逻辑递进，12个月完成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9103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预期贡献：为REITs驱动的轻资产转型提供首个“交易结构-出表效果-转型效应”全链条分析框架，为行业提供可复制的转型路径参考。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2026-06-16T14:22:08Z</dcterms:created>
  <dcterms:modified xsi:type="dcterms:W3CDTF">2026-06-16T14:22:08Z</dcterms:modified>
</cp:coreProperties>
</file>