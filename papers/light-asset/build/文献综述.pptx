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45720" cy="256032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理论基础与文献综述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战略管理理论 → 现有文献与定位 → 本章小结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理论基础与分析工具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（2.1 理论基础 / 2.4 战略管理分析工具）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411480" cy="438912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58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RBV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05840" y="704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Barney 1986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05840" y="886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异质性资源→竞争优势。“聚焦核心能力、剥离非核心资产”，为轻资产运营提供战略逻辑。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411480" cy="43891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618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核心能力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207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Prahalad &amp; Hamel 1990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05840" y="1389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“组织中的集体学习”。企业应围绕核心能力而非纵向一体化构建优势。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411480" cy="43891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647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1709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Osterwalder &amp; Pigneur 2010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05840" y="1892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九大要素重新配置：核心资源从有形资产→无形资产，业务从持有→管理输出。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411480" cy="4389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677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动态能力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" y="2212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Teece 2009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0584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感知→捕捉→重构。适用于分析REITs驱动资源重构的转型机制。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411480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706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八步变革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27157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Kotter 1996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05840" y="28986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转型阶段性推进的过程框架，揭示华润/凯德多年转型的关键步骤。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03520" y="685800"/>
            <a:ext cx="3474720" cy="256032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7498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八项战略管理分析工具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1051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1051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第一章行业背景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316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波特五力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13167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华润/凯德竞争分析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0" y="15819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1581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华润与凯德交叉评估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0" y="1847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IFE/EFE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18470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苏宁内外部审视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0" y="21122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BCG矩阵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2112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华润三类业务比较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23774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SPACE矩阵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2377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凯德战略评估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0" y="26426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QSPM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26426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双路径比较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86400" y="2907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财务比率分析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2907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五维度穿透框架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 → 工具 → 论文各章的嵌入逻辑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基础提供“怎么看”的视角：RBV/核心能力/商业模式三者递进——RBV解释为何剥离重资产，核心能力回答凭什么转向轻资产，商业模式指导如何系统评估转型效果。动态能力揭示REITs驱动资源重构的机制，Kotter模型刻画转型的阶段性推进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工具提供“怎么分析”的方法——PEST用于第一章环境扫描，五力/SWOT/SPACE嵌入案例竞争分析，BCG用于华润业务组合诊断，IFE/EFE用于苏宁失败归因，QSPM用于路径比较，财务比率分析构成五维度框架核心。各工具散布于后续章节，与理论视角形成配套。</a:t>
            </a:r>
            <a:endParaRPr lang="en-US" sz="Na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现有文献与本研究定位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（2.2 文献综述 / 2.3 文献评述）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5486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548640"/>
            <a:ext cx="2743200" cy="4572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658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轻资产运营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Furrer(2004)/吴晓波&amp;陈小洪(2022)/Sohn等(2013)/Turner&amp;Guilding(2010)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207008"/>
            <a:ext cx="2560320" cy="9144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2801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轻资产企业ROE高出3-5pp，盈利波动性更低，但过度轻资产化引发控制力减弱和委托代理问题，效率高度依赖管理体系成熟度。核心命题：转型需在“轻”与“控”之间寻求平衡。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5486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548640"/>
            <a:ext cx="2743200" cy="457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658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REITs研究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Hardin&amp;Wu(2010)/Boudry等(2012)/王宇&amp;马明(2022)/原野&amp;彭晓敏(2019)/刘月龙(2023)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91840" y="1207008"/>
            <a:ext cx="2560320" cy="9144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2801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国外：REITs使开发占比↓12pp、负债率↓8-15pp、信息质量↑。国内：验证去杠杆效应，也发现“出表不降杠杆”现象，识别出“真实出售”与“售后租回”的本质差异及并表判断模糊地带。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80760" y="5486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548640"/>
            <a:ext cx="27432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658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商业地产转型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张红&amp;陈骁(2022)/陈启宗&amp;刘志强(2023)/杨奕&amp;郭杰群(2024)/沈奇(2020)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172200" y="1207008"/>
            <a:ext cx="2560320" cy="91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2801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万达商管独立、越秀REITs负债率84%→59%、凯德“私募基金+REITs”闭环均有案例积累。但多聚焦单一企业描述，缺少正反案例对比和多维度量化评估。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377440"/>
            <a:ext cx="82296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2450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研究不足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交易结构与财务效应关系未充分揭示——Hardin/Wu、原野/彭晓敏、王宇/马明、刘月龙等发现分散在金融学、会计学、公司财务不同领域，未整合为“交易结构-出表效果-转型效应”统一框架。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转型评估停留在单一指标——Sohn聚焦ROE、Hardin关注负债率、吴晓波侧重盈利波动，缺少多维度系统评估。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中国情境案例研究三不足：缺正反对比、华润“双平台”文献空白、跨国比较不充分。</a:t>
            </a:r>
            <a:endParaRPr lang="en-US" sz="NaN" dirty="0"/>
          </a:p>
        </p:txBody>
      </p:sp>
      <p:sp>
        <p:nvSpPr>
          <p:cNvPr id="26" name="Shape 24"/>
          <p:cNvSpPr/>
          <p:nvPr/>
        </p:nvSpPr>
        <p:spPr>
          <a:xfrm>
            <a:off x="640080" y="3566160"/>
            <a:ext cx="7863840" cy="18288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本文定位：以战略管理视角统领三领域，构建“交易结构-出表效果-转型效应”全链条框架，五维度穿透评估，华润+凯德+苏宁三案例正反验证。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251960"/>
            <a:ext cx="2560320" cy="50292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251960"/>
            <a:ext cx="36576" cy="50292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视角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5448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战略管理视角→整合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三个碎片化领域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0" y="4251960"/>
            <a:ext cx="2560320" cy="50292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0" y="4251960"/>
            <a:ext cx="36576" cy="5029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9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框架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五维度财务穿透→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超越单一指标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4251960"/>
            <a:ext cx="2560320" cy="50292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4251960"/>
            <a:ext cx="36576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2376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三案例正反验证→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补齐反面证据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本章小结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12344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05840"/>
            <a:ext cx="502920" cy="502920"/>
          </a:xfrm>
          <a:prstGeom prst="ellipse">
            <a:avLst/>
          </a:prstGeom>
          <a:solidFill>
            <a:srgbClr val="0056A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822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理论基础层面，本研究以资源基础观（Barney, 1986）、核心能力理论（Prahalad &amp; Hamel, 1990）和商业模式理论（Osterwalder &amp; Pigneur, 2010）为三大支柱，辅以动态能力理论（Teece, 2009）和八步变革模型（Kotter, 1996），并系统梳理了PEST、波特五力、SWOT等八项战略管理分析工具及其在论文各章的运用方案。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2344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377440"/>
            <a:ext cx="502920" cy="50292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505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综述层面，梳理了轻资产运营（“轻”与“控”的平衡命题）、REITs研究（去杠杆效应与“出表不降杠杆”现象）和商业地产转型（案例积累但缺乏理论提炼）三个领域。共同不足：未形成从交易结构到转型效应的统一框架、评估停留在单一指标、缺少正反案例对比验证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2344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7490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5661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定位层面，以战略管理视角整合三个碎片化领域，构建“交易结构-出表效果-转型效应”全链条分析框架，采用五维度财务穿透评估法，设计华润（正向）+凯德（验证）+苏宁（反面）三案例对比方案，系统回应三项文献不足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2026-06-16T10:06:27Z</dcterms:created>
  <dcterms:modified xsi:type="dcterms:W3CDTF">2026-06-16T10:06:27Z</dcterms:modified>
</cp:coreProperties>
</file>